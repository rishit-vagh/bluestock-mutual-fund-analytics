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Bluestock Mutual Fund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Presentation</a:t>
            </a:r>
          </a:p>
          <a:p>
            <a:r>
              <a:t>End-to-End Data Engineering &amp;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Statement:</a:t>
            </a:r>
          </a:p>
          <a:p>
            <a:r>
              <a:t>- Investors struggle with fragmented data across multiple mutual fund houses.</a:t>
            </a:r>
          </a:p>
          <a:p>
            <a:r>
              <a:t>- Lack of tools to easily compare risk-adjusted returns and AUM.</a:t>
            </a:r>
          </a:p>
          <a:p>
            <a:r>
              <a:t>Project Objectives:</a:t>
            </a:r>
          </a:p>
          <a:p>
            <a:r>
              <a:t>- Build a robust ETL pipeline integrating local static data with live APIs.</a:t>
            </a:r>
          </a:p>
          <a:p>
            <a:r>
              <a:t>- Design a Star Schema data warehouse using SQLite.</a:t>
            </a:r>
          </a:p>
          <a:p>
            <a:r>
              <a:t>- Develop an interactive Power BI dashboard for seamless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Sources:</a:t>
            </a:r>
          </a:p>
          <a:p>
            <a:r>
              <a:t>- Fund Master Data (Schemes, Categories, Risk Grades)</a:t>
            </a:r>
          </a:p>
          <a:p>
            <a:r>
              <a:t>- Historical NAV Data (Daily performance metrics)</a:t>
            </a:r>
          </a:p>
          <a:p>
            <a:r>
              <a:t>- Investor Transaction Data (SIP &amp; Lumpsum behavior)</a:t>
            </a:r>
          </a:p>
          <a:p>
            <a:r>
              <a:t>- Real-time NAV Data (Fetched live from mfapi.in)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pipeline consists of three main stages:</a:t>
            </a:r>
          </a:p>
          <a:p>
            <a:r>
              <a:t>1. Extract: Automated Python scripts fetching API data and reading CSVs.</a:t>
            </a:r>
          </a:p>
          <a:p>
            <a:r>
              <a:t>2. Transform: Pandas operations handling missing values, date parsing, and KYC validation.</a:t>
            </a:r>
          </a:p>
          <a:p>
            <a:r>
              <a:t>3. Load: Data appended to Fact and Dimension tables in an SQLite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Modeling (Star Schema)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Architecture for BI queries:</a:t>
            </a:r>
          </a:p>
          <a:p>
            <a:r>
              <a:t>Dimensions:</a:t>
            </a:r>
          </a:p>
          <a:p>
            <a:r>
              <a:t>- dim_fund: Contains fund metadata (AMC, Category).</a:t>
            </a:r>
          </a:p>
          <a:p>
            <a:r>
              <a:t>- dim_date: Generated calendar table for time intelligence.</a:t>
            </a:r>
          </a:p>
          <a:p>
            <a:r>
              <a:t>Facts:</a:t>
            </a:r>
          </a:p>
          <a:p>
            <a:r>
              <a:t>- fact_nav, fact_performance, fact_transactions, fact_aum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Analytics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Expense Ratio Impact:</a:t>
            </a:r>
          </a:p>
          <a:p>
            <a:r>
              <a:t>- Direct plans show a clear 1-1.5% outperformance annually over Regular plans.</a:t>
            </a:r>
          </a:p>
          <a:p>
            <a:r>
              <a:t>2. Risk-Adjusted Leaders:</a:t>
            </a:r>
          </a:p>
          <a:p>
            <a:r>
              <a:t>- Flexi-Cap funds displayed the highest Sharpe ratios over a 3-year horizon.</a:t>
            </a:r>
          </a:p>
          <a:p>
            <a:r>
              <a:t>3. Investor Behavior:</a:t>
            </a:r>
          </a:p>
          <a:p>
            <a:r>
              <a:t>- Significant spike in SIP registrations during the last quarter of the financial year.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vs Benchmark</a:t>
            </a:r>
          </a:p>
        </p:txBody>
      </p:sp>
      <p:pic>
        <p:nvPicPr>
          <p:cNvPr id="3" name="Picture 2" descr="benchmark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4118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Analysis: Rolling Sharpe Ratio</a:t>
            </a:r>
          </a:p>
        </p:txBody>
      </p:sp>
      <p:pic>
        <p:nvPicPr>
          <p:cNvPr id="3" name="Picture 2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View: High Level KPIs</a:t>
            </a:r>
          </a:p>
        </p:txBody>
      </p:sp>
      <p:pic>
        <p:nvPicPr>
          <p:cNvPr id="3" name="Picture 2" descr="bluestock-p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666656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View: Detailed Analytics</a:t>
            </a:r>
          </a:p>
        </p:txBody>
      </p:sp>
      <p:pic>
        <p:nvPicPr>
          <p:cNvPr id="3" name="Picture 2" descr="bluestock-p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678013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Recommendations:</a:t>
            </a:r>
          </a:p>
          <a:p>
            <a:r>
              <a:t>- Retail investors should transition to Direct Plans to maximize long-term wealth.</a:t>
            </a:r>
          </a:p>
          <a:p>
            <a:r>
              <a:t>- AMC's could launch targeted products in the high-demand Flexi-Cap space.</a:t>
            </a:r>
          </a:p>
          <a:p>
            <a:r>
              <a:t>Future Work:</a:t>
            </a:r>
          </a:p>
          <a:p>
            <a:r>
              <a:t>- Migrate the ETL pipeline to a cloud provider (e.g. AWS/Azure).</a:t>
            </a:r>
          </a:p>
          <a:p>
            <a:r>
              <a:t>- Incorporate macroeconomic indicators to enhance the analytics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Q&amp;A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